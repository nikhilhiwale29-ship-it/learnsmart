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081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  <p:sldLayoutId id="2147483674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Java Programming Mastery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Comprehensive Guide: From Basics to Advanced Backend Logic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7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Java?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Developed by James Gosling at Sun Microsystems (1995).</a:t>
            </a:r>
          </a:p>
          <a:p>
            <a:r>
              <a:rPr lang="en-US" smtClean="0"/>
              <a:t>• Motto: 'Write Once, Run Anywhere' (WORA).</a:t>
            </a:r>
          </a:p>
          <a:p>
            <a:r>
              <a:rPr lang="en-US" smtClean="0"/>
              <a:t>• Object-Oriented, Class-based, and Secure.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0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Java Architecture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JDK (Java Development Kit): Tools to develop Java apps.</a:t>
            </a:r>
          </a:p>
          <a:p>
            <a:r>
              <a:rPr lang="en-US" smtClean="0"/>
              <a:t>• JRE (Java Runtime Environment): Runs the apps.</a:t>
            </a:r>
          </a:p>
          <a:p>
            <a:r>
              <a:rPr lang="en-US" smtClean="0"/>
              <a:t>• JVM (Java Virtual Machine): Executes Bytecode.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8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Basic Program Structure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public class Main {</a:t>
            </a:r>
          </a:p>
          <a:p>
            <a:r>
              <a:rPr lang="en-US" smtClean="0"/>
              <a:t>    public static void main(String[] args) {</a:t>
            </a:r>
          </a:p>
          <a:p>
            <a:r>
              <a:rPr lang="en-US" smtClean="0"/>
              <a:t>        System.out.println("Hello Java");</a:t>
            </a:r>
          </a:p>
          <a:p>
            <a:r>
              <a:rPr lang="en-US" smtClean="0"/>
              <a:t>    }</a:t>
            </a:r>
          </a:p>
          <a:p>
            <a:r>
              <a:rPr lang="en-US" smtClean="0"/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34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Variables and Data Types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Primitive: byte, short, int, long, float, double, boolean, char.</a:t>
            </a:r>
          </a:p>
          <a:p>
            <a:r>
              <a:rPr lang="en-US" smtClean="0"/>
              <a:t>• Non-Primitive: String, Arrays, Classes.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50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Java Operators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Arithmetic: +, -, *, /, %</a:t>
            </a:r>
          </a:p>
          <a:p>
            <a:r>
              <a:rPr lang="en-US" smtClean="0"/>
              <a:t>• Assignment: =, +=, -=</a:t>
            </a:r>
          </a:p>
          <a:p>
            <a:r>
              <a:rPr lang="en-US" smtClean="0"/>
              <a:t>• Comparison: ==, !=, &lt;, 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44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Decision Making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if, else if, else</a:t>
            </a:r>
          </a:p>
          <a:p>
            <a:r>
              <a:rPr lang="en-US" smtClean="0"/>
              <a:t>• switch statement for multiple conditions</a:t>
            </a:r>
          </a:p>
          <a:p>
            <a:r>
              <a:rPr lang="en-US" smtClean="0"/>
              <a:t>• Ternary operator: (condition) ? true : false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44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Iteration (Loops)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while: Checks condition first.</a:t>
            </a:r>
          </a:p>
          <a:p>
            <a:r>
              <a:rPr lang="en-US" smtClean="0"/>
              <a:t>• do-while: Executes at least once.</a:t>
            </a:r>
          </a:p>
          <a:p>
            <a:r>
              <a:rPr lang="en-US" smtClean="0"/>
              <a:t>• for: Standard iteration.</a:t>
            </a:r>
          </a:p>
          <a:p>
            <a:r>
              <a:rPr lang="en-US" smtClean="0"/>
              <a:t>• for-each: Specialized for arrays/collections.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49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Arrays in Java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Fixed-size collection of similar data types.</a:t>
            </a:r>
          </a:p>
          <a:p>
            <a:r>
              <a:rPr lang="en-US" smtClean="0"/>
              <a:t>• Index starts at 0.</a:t>
            </a:r>
          </a:p>
          <a:p>
            <a:r>
              <a:rPr lang="en-US" smtClean="0"/>
              <a:t>• Example: int[] numbers = {1, 2, 3};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21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Methods (Functions)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Blocks of code that run when called.</a:t>
            </a:r>
          </a:p>
          <a:p>
            <a:r>
              <a:rPr lang="en-US" smtClean="0"/>
              <a:t>• Parameters pass data to methods.</a:t>
            </a:r>
          </a:p>
          <a:p>
            <a:r>
              <a:rPr lang="en-US" smtClean="0"/>
              <a:t>• Return values send data back.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7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Object-Oriented Programming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Class: Blueprint (Template).</a:t>
            </a:r>
          </a:p>
          <a:p>
            <a:r>
              <a:rPr lang="en-US" smtClean="0"/>
              <a:t>• Object: Instance of a Class.</a:t>
            </a:r>
          </a:p>
          <a:p>
            <a:r>
              <a:rPr lang="en-US" smtClean="0"/>
              <a:t>• Constructor: Special method to initialize objects.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15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Inheritance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One class acquires properties of another.</a:t>
            </a:r>
          </a:p>
          <a:p>
            <a:r>
              <a:rPr lang="en-US" smtClean="0"/>
              <a:t>• Keyword: 'extends'.</a:t>
            </a:r>
          </a:p>
          <a:p>
            <a:r>
              <a:rPr lang="en-US" smtClean="0"/>
              <a:t>• Helps in Code Reusability.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0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Advanced OOP Pillars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Polymorphism: Method Overloading &amp; Overriding.</a:t>
            </a:r>
          </a:p>
          <a:p>
            <a:r>
              <a:rPr lang="en-US" smtClean="0"/>
              <a:t>• Abstraction: Hiding details using abstract classes/interfaces.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0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Error &amp; Exception Handling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try: Block to test for errors.</a:t>
            </a:r>
          </a:p>
          <a:p>
            <a:r>
              <a:rPr lang="en-US" smtClean="0"/>
              <a:t>• catch: Block to handle errors.</a:t>
            </a:r>
          </a:p>
          <a:p>
            <a:r>
              <a:rPr lang="en-US" smtClean="0"/>
              <a:t>• finally: Block that executes regardless of result.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69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Conclusion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Java remains a top choice for Enterprise Apps, Android Dev, and Big Data.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836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394</Words>
  <Application>Microsoft Office PowerPoint</Application>
  <PresentationFormat>Widescreen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Java Programming Mastery</vt:lpstr>
      <vt:lpstr>What is Java?</vt:lpstr>
      <vt:lpstr>The Java Architecture</vt:lpstr>
      <vt:lpstr>Basic Program Structure</vt:lpstr>
      <vt:lpstr>Variables and Data Types</vt:lpstr>
      <vt:lpstr>Java Operators</vt:lpstr>
      <vt:lpstr>Decision Making</vt:lpstr>
      <vt:lpstr>Iteration (Loops)</vt:lpstr>
      <vt:lpstr>Arrays in Java</vt:lpstr>
      <vt:lpstr>Methods (Functions)</vt:lpstr>
      <vt:lpstr>Object-Oriented Programming</vt:lpstr>
      <vt:lpstr>Inheritance</vt:lpstr>
      <vt:lpstr>Advanced OOP Pillars</vt:lpstr>
      <vt:lpstr>Error &amp; Exception Handling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 Mastery</dc:title>
  <dc:creator>User</dc:creator>
  <cp:lastModifiedBy>User</cp:lastModifiedBy>
  <cp:revision>1</cp:revision>
  <dcterms:created xsi:type="dcterms:W3CDTF">2026-02-26T17:05:09Z</dcterms:created>
  <dcterms:modified xsi:type="dcterms:W3CDTF">2026-02-26T17:06:54Z</dcterms:modified>
</cp:coreProperties>
</file>