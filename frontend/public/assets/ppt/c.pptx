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605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Mastering C Programming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The Foundation of Modern Computing and Systems Programming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153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What is C?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Developed by Dennis Ritchie at Bell Labs (1972).</a:t>
            </a:r>
          </a:p>
          <a:p>
            <a:r>
              <a:rPr lang="en-US" smtClean="0"/>
              <a:t>• A procedural, middle-level language.</a:t>
            </a:r>
          </a:p>
          <a:p>
            <a:r>
              <a:rPr lang="en-US" smtClean="0"/>
              <a:t>• Provides low-level access to memory.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690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Importance of C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Fast and efficient execution.</a:t>
            </a:r>
          </a:p>
          <a:p>
            <a:r>
              <a:rPr lang="en-US" smtClean="0"/>
              <a:t>• Used in OS development (Windows, Linux, iOS).</a:t>
            </a:r>
          </a:p>
          <a:p>
            <a:r>
              <a:rPr lang="en-US" smtClean="0"/>
              <a:t>• Fundamental for understanding how computers work.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31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Structure of a C Program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#include &lt;stdio.h&gt;  // Preprocessor command</a:t>
            </a:r>
          </a:p>
          <a:p>
            <a:r>
              <a:rPr lang="en-US" smtClean="0"/>
              <a:t>int main() {         // Main function</a:t>
            </a:r>
          </a:p>
          <a:p>
            <a:r>
              <a:rPr lang="en-US" smtClean="0"/>
              <a:t>    printf("Hello C");</a:t>
            </a:r>
          </a:p>
          <a:p>
            <a:r>
              <a:rPr lang="en-US" smtClean="0"/>
              <a:t>    return 0;</a:t>
            </a:r>
          </a:p>
          <a:p>
            <a:r>
              <a:rPr lang="en-US" smtClean="0"/>
              <a:t>}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30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How C is Compiled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1. Preprocessing (Handling # directives)</a:t>
            </a:r>
          </a:p>
          <a:p>
            <a:r>
              <a:rPr lang="en-US" smtClean="0"/>
              <a:t>2. Compilation (Converting to Assembly)</a:t>
            </a:r>
          </a:p>
          <a:p>
            <a:r>
              <a:rPr lang="en-US" smtClean="0"/>
              <a:t>3. Assembly (Converting to Object code)</a:t>
            </a:r>
          </a:p>
          <a:p>
            <a:r>
              <a:rPr lang="en-US" smtClean="0"/>
              <a:t>4. Linking (Creating Executable)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30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Data Types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int (2 or 4 bytes)</a:t>
            </a:r>
          </a:p>
          <a:p>
            <a:r>
              <a:rPr lang="en-US" smtClean="0"/>
              <a:t>• char (1 byte)</a:t>
            </a:r>
          </a:p>
          <a:p>
            <a:r>
              <a:rPr lang="en-US" smtClean="0"/>
              <a:t>• float (4 bytes)</a:t>
            </a:r>
          </a:p>
          <a:p>
            <a:r>
              <a:rPr lang="en-US" smtClean="0"/>
              <a:t>• double (8 bytes)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8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 Operators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Arithmetic: +, -, *, /, %</a:t>
            </a:r>
          </a:p>
          <a:p>
            <a:r>
              <a:rPr lang="en-US" smtClean="0"/>
              <a:t>• Relational: ==, !=, &lt;, &gt;</a:t>
            </a:r>
          </a:p>
          <a:p>
            <a:r>
              <a:rPr lang="en-US" smtClean="0"/>
              <a:t>• Logical: &amp;&amp;, ||, 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84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Standard I/O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printf(): Used for formatted output.</a:t>
            </a:r>
          </a:p>
          <a:p>
            <a:r>
              <a:rPr lang="en-US" smtClean="0"/>
              <a:t>• scanf(): Used for formatted input.</a:t>
            </a:r>
          </a:p>
          <a:p>
            <a:r>
              <a:rPr lang="en-US" smtClean="0"/>
              <a:t>• Format specifiers: %d (int), %f (float), %c (char).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15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Control Flow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if...else</a:t>
            </a:r>
          </a:p>
          <a:p>
            <a:r>
              <a:rPr lang="en-US" smtClean="0"/>
              <a:t>• Nested if statements</a:t>
            </a:r>
          </a:p>
          <a:p>
            <a:r>
              <a:rPr lang="en-US" smtClean="0"/>
              <a:t>• Switch Case for menu-driven programs.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445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Iteration in C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for loop</a:t>
            </a:r>
          </a:p>
          <a:p>
            <a:r>
              <a:rPr lang="en-US" smtClean="0"/>
              <a:t>• while loop</a:t>
            </a:r>
          </a:p>
          <a:p>
            <a:r>
              <a:rPr lang="en-US" smtClean="0"/>
              <a:t>• do-while loop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713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Arrays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Continuous block of memory.</a:t>
            </a:r>
          </a:p>
          <a:p>
            <a:r>
              <a:rPr lang="en-US" smtClean="0"/>
              <a:t>• Homogeneous data types.</a:t>
            </a:r>
          </a:p>
          <a:p>
            <a:r>
              <a:rPr lang="en-US" smtClean="0"/>
              <a:t>• Multi-dimensional arrays (2D Arrays).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614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Memory Management: Pointers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A pointer stores the address of a variable.</a:t>
            </a:r>
          </a:p>
          <a:p>
            <a:r>
              <a:rPr lang="en-US" smtClean="0"/>
              <a:t>• Syntax: int *ptr;</a:t>
            </a:r>
          </a:p>
          <a:p>
            <a:r>
              <a:rPr lang="en-US" smtClean="0"/>
              <a:t>• Essential for dynamic memory allocation.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235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Functions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Call by Value vs Call by Reference.</a:t>
            </a:r>
          </a:p>
          <a:p>
            <a:r>
              <a:rPr lang="en-US" smtClean="0"/>
              <a:t>• Recursion: Functions calling themselves.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457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Structures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User-defined data types.</a:t>
            </a:r>
          </a:p>
          <a:p>
            <a:r>
              <a:rPr lang="en-US" smtClean="0"/>
              <a:t>• Allows grouping different data types together.</a:t>
            </a:r>
          </a:p>
          <a:p>
            <a:r>
              <a:rPr lang="en-US" smtClean="0"/>
              <a:t>• Example: struct Student { char name[50]; int roll; };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11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 Legacy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C is the mother of all modern languages. Mastery of C is mastery of the machine.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0320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4825F1AF-8DBC-4E3D-9F3D-688338DA83F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364</Words>
  <Application>Microsoft Office PowerPoint</Application>
  <PresentationFormat>Widescreen</PresentationFormat>
  <Paragraphs>59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Tw Cen MT</vt:lpstr>
      <vt:lpstr>Tw Cen MT Condensed</vt:lpstr>
      <vt:lpstr>Wingdings 3</vt:lpstr>
      <vt:lpstr>Integral</vt:lpstr>
      <vt:lpstr>Mastering C Programming</vt:lpstr>
      <vt:lpstr>What is C?</vt:lpstr>
      <vt:lpstr>Importance of C</vt:lpstr>
      <vt:lpstr>Structure of a C Program</vt:lpstr>
      <vt:lpstr>How C is Compiled</vt:lpstr>
      <vt:lpstr>Data Types</vt:lpstr>
      <vt:lpstr>C Operators</vt:lpstr>
      <vt:lpstr>Standard I/O</vt:lpstr>
      <vt:lpstr>Control Flow</vt:lpstr>
      <vt:lpstr>Iteration in C</vt:lpstr>
      <vt:lpstr>Arrays</vt:lpstr>
      <vt:lpstr>Memory Management: Pointers</vt:lpstr>
      <vt:lpstr>Functions</vt:lpstr>
      <vt:lpstr>Structures</vt:lpstr>
      <vt:lpstr>C Legacy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C Programming</dc:title>
  <dc:creator>User</dc:creator>
  <cp:lastModifiedBy>User</cp:lastModifiedBy>
  <cp:revision>1</cp:revision>
  <dcterms:created xsi:type="dcterms:W3CDTF">2026-02-26T17:09:51Z</dcterms:created>
  <dcterms:modified xsi:type="dcterms:W3CDTF">2026-02-26T17:10:26Z</dcterms:modified>
</cp:coreProperties>
</file>