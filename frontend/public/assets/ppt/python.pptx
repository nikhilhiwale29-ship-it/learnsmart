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83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  <p:sldLayoutId id="2147483671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Python: The Power of Simplicity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Mastering the World's Most Popular Language for Web, Data, and AI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45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Python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Created by Guido van Rossum in 1991.</a:t>
            </a:r>
          </a:p>
          <a:p>
            <a:r>
              <a:rPr lang="en-US" smtClean="0"/>
              <a:t>• High-level, interpreted, and general-purpose language.</a:t>
            </a:r>
          </a:p>
          <a:p>
            <a:r>
              <a:rPr lang="en-US" smtClean="0"/>
              <a:t>• Philosophy: 'Readability counts' (The Zen of Python).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3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Why Python?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Easy to learn and read.</a:t>
            </a:r>
          </a:p>
          <a:p>
            <a:r>
              <a:rPr lang="en-US" smtClean="0"/>
              <a:t>• Free and Open Source.</a:t>
            </a:r>
          </a:p>
          <a:p>
            <a:r>
              <a:rPr lang="en-US" smtClean="0"/>
              <a:t>• Portable across Windows, Mac, and Linux.</a:t>
            </a:r>
          </a:p>
          <a:p>
            <a:r>
              <a:rPr lang="en-US" smtClean="0"/>
              <a:t>• Dynamic Typing (No need to declare types).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69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Indentation &amp; Structure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# This is a comment</a:t>
            </a:r>
          </a:p>
          <a:p>
            <a:r>
              <a:rPr lang="en-US" smtClean="0"/>
              <a:t>print('Hello Python') # No semicolons needed</a:t>
            </a:r>
          </a:p>
          <a:p>
            <a:r>
              <a:rPr lang="en-US" smtClean="0"/>
              <a:t>if True:</a:t>
            </a:r>
          </a:p>
          <a:p>
            <a:r>
              <a:rPr lang="en-US" smtClean="0"/>
              <a:t>    print('Indentation is mandatory!')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65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Core Data Types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Numeric: int, float, complex.</a:t>
            </a:r>
          </a:p>
          <a:p>
            <a:r>
              <a:rPr lang="en-US" smtClean="0"/>
              <a:t>• Sequence: str, list, tuple.</a:t>
            </a:r>
          </a:p>
          <a:p>
            <a:r>
              <a:rPr lang="en-US" smtClean="0"/>
              <a:t>• Mapping: dict.</a:t>
            </a:r>
          </a:p>
          <a:p>
            <a:r>
              <a:rPr lang="en-US" smtClean="0"/>
              <a:t>• Set: set, frozenset.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72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Python Operators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Arithmetic: +, -, *, /, // (Floor), ** (Power).</a:t>
            </a:r>
          </a:p>
          <a:p>
            <a:r>
              <a:rPr lang="en-US" smtClean="0"/>
              <a:t>• Logical: and, or, not.</a:t>
            </a:r>
          </a:p>
          <a:p>
            <a:r>
              <a:rPr lang="en-US" smtClean="0"/>
              <a:t>• Identity: is, is not.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44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Conditional Logic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if, elif, else structure.</a:t>
            </a:r>
          </a:p>
          <a:p>
            <a:r>
              <a:rPr lang="en-US" smtClean="0"/>
              <a:t>• No brackets used; code blocks defined by whitespace.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20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Loops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for loop: Used to iterate over sequences.</a:t>
            </a:r>
          </a:p>
          <a:p>
            <a:r>
              <a:rPr lang="en-US" smtClean="0"/>
              <a:t>• while loop: Runs as long as a condition is true.</a:t>
            </a:r>
          </a:p>
          <a:p>
            <a:r>
              <a:rPr lang="en-US" smtClean="0"/>
              <a:t>• break, continue, and pass statements.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17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Sequence Types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Lists: Mutable, ordered (e.g., [1, 2, 3]).</a:t>
            </a:r>
          </a:p>
          <a:p>
            <a:r>
              <a:rPr lang="en-US" smtClean="0"/>
              <a:t>• Tuples: Immutable, ordered (e.g., (1, 2, 3)).</a:t>
            </a:r>
          </a:p>
          <a:p>
            <a:r>
              <a:rPr lang="en-US" smtClean="0"/>
              <a:t>• Methods: append(), pop(), sort().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86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Mapping &amp; Sets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Dictionaries: Key-value pairs (e.g., {'name': 'Gemini'}).</a:t>
            </a:r>
          </a:p>
          <a:p>
            <a:r>
              <a:rPr lang="en-US" smtClean="0"/>
              <a:t>• Sets: Unordered collection of unique items.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15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Functions &amp; Modules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Defined using 'def' keyword.</a:t>
            </a:r>
          </a:p>
          <a:p>
            <a:r>
              <a:rPr lang="en-US" smtClean="0"/>
              <a:t>• Supports default arguments and *args/**kwargs.</a:t>
            </a:r>
          </a:p>
          <a:p>
            <a:r>
              <a:rPr lang="en-US" smtClean="0"/>
              <a:t>• Modules: Import code using 'import' keyword.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3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OOP Concepts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Class: Blueprint for objects.</a:t>
            </a:r>
          </a:p>
          <a:p>
            <a:r>
              <a:rPr lang="en-US" smtClean="0"/>
              <a:t>• __init__(): The constructor method.</a:t>
            </a:r>
          </a:p>
          <a:p>
            <a:r>
              <a:rPr lang="en-US" smtClean="0"/>
              <a:t>• Self: Reference to the current instance.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6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File I/O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open(), read(), write(), close().</a:t>
            </a:r>
          </a:p>
          <a:p>
            <a:r>
              <a:rPr lang="en-US" smtClean="0"/>
              <a:t>• Using 'with' statement for automatic resource management.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98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Exception Handling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try...except blocks.</a:t>
            </a:r>
          </a:p>
          <a:p>
            <a:r>
              <a:rPr lang="en-US" smtClean="0"/>
              <a:t>• finally block for cleanup code.</a:t>
            </a:r>
          </a:p>
          <a:p>
            <a:r>
              <a:rPr lang="en-US" smtClean="0"/>
              <a:t>• raising custom exceptions.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72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The Python Ecosystem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mtClean="0"/>
              <a:t>Web: Django, Flask | Data: Pandas, NumPy | AI: TensorFlow, PyTorch.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814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422</Words>
  <Application>Microsoft Office PowerPoint</Application>
  <PresentationFormat>Widescreen</PresentationFormat>
  <Paragraphs>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Python: The Power of Simplicity</vt:lpstr>
      <vt:lpstr>Introduction to Python</vt:lpstr>
      <vt:lpstr>Why Python?</vt:lpstr>
      <vt:lpstr>Indentation &amp; Structure</vt:lpstr>
      <vt:lpstr>Core Data Types</vt:lpstr>
      <vt:lpstr>Python Operators</vt:lpstr>
      <vt:lpstr>Conditional Logic</vt:lpstr>
      <vt:lpstr>Loops</vt:lpstr>
      <vt:lpstr>Sequence Types</vt:lpstr>
      <vt:lpstr>Mapping &amp; Sets</vt:lpstr>
      <vt:lpstr>Functions &amp; Modules</vt:lpstr>
      <vt:lpstr>OOP Concepts</vt:lpstr>
      <vt:lpstr>File I/O</vt:lpstr>
      <vt:lpstr>Exception Handling</vt:lpstr>
      <vt:lpstr>The Python Ecosystem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The Power of Simplicity</dc:title>
  <dc:creator>User</dc:creator>
  <cp:lastModifiedBy>User</cp:lastModifiedBy>
  <cp:revision>1</cp:revision>
  <dcterms:created xsi:type="dcterms:W3CDTF">2026-02-26T17:10:44Z</dcterms:created>
  <dcterms:modified xsi:type="dcterms:W3CDTF">2026-02-26T17:11:52Z</dcterms:modified>
</cp:coreProperties>
</file>