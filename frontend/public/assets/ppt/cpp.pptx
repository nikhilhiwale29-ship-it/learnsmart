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188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  <p:sldLayoutId id="214748366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Comprehensive C++ Programming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From Basics to Advanced OOP Concepts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93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C++?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Developed by Bjarne Stroustrup in 1979.</a:t>
            </a:r>
          </a:p>
          <a:p>
            <a:r>
              <a:rPr lang="en-US" smtClean="0"/>
              <a:t>• Extension of C language with Classes.</a:t>
            </a:r>
          </a:p>
          <a:p>
            <a:r>
              <a:rPr lang="en-US" smtClean="0"/>
              <a:t>• High-performance, compiled, and statically typed.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55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Anatomy of a Program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#include &lt;iostream&gt; // Preprocessor directive</a:t>
            </a:r>
          </a:p>
          <a:p>
            <a:r>
              <a:rPr lang="en-US" smtClean="0"/>
              <a:t>int main() { ... } // Execution starts here</a:t>
            </a:r>
          </a:p>
          <a:p>
            <a:r>
              <a:rPr lang="en-US" smtClean="0"/>
              <a:t>std::cout // Standard Output Stream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3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Data Types &amp; Variables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Primitive: int, char, float, double, bool.</a:t>
            </a:r>
          </a:p>
          <a:p>
            <a:r>
              <a:rPr lang="en-US" smtClean="0"/>
              <a:t>• Derived: Arrays, Pointers.</a:t>
            </a:r>
          </a:p>
          <a:p>
            <a:r>
              <a:rPr lang="en-US" smtClean="0"/>
              <a:t>• User-defined: Struct, Class, Union.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10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Operators in C++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Arithmetic: +, -, *, /, %</a:t>
            </a:r>
          </a:p>
          <a:p>
            <a:r>
              <a:rPr lang="en-US" smtClean="0"/>
              <a:t>• Relational: ==, !=, &lt;, &gt;, &lt;=, &gt;=</a:t>
            </a:r>
          </a:p>
          <a:p>
            <a:r>
              <a:rPr lang="en-US" smtClean="0"/>
              <a:t>• Logical: &amp;&amp;, ||, 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6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Conditional Statements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If-Else ladder for decision making.</a:t>
            </a:r>
          </a:p>
          <a:p>
            <a:r>
              <a:rPr lang="en-US" smtClean="0"/>
              <a:t>• Switch-Case for multiple discrete choices.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72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Looping Mechanisms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For Loop: Best for known iterations.</a:t>
            </a:r>
          </a:p>
          <a:p>
            <a:r>
              <a:rPr lang="en-US" smtClean="0"/>
              <a:t>• While Loop: Condition checked before execution.</a:t>
            </a:r>
          </a:p>
          <a:p>
            <a:r>
              <a:rPr lang="en-US" smtClean="0"/>
              <a:t>• Do-While: Condition checked after one execution.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26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Functions &amp; Scope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Function Declaration vs Definition.</a:t>
            </a:r>
          </a:p>
          <a:p>
            <a:r>
              <a:rPr lang="en-US" smtClean="0"/>
              <a:t>• Parameters: Pass by Value vs Pass by Reference.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5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Memory &amp; Pointers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Pointers store memory addresses.</a:t>
            </a:r>
          </a:p>
          <a:p>
            <a:r>
              <a:rPr lang="en-US" smtClean="0"/>
              <a:t>• Symbol '*': Dereference operator.</a:t>
            </a:r>
          </a:p>
          <a:p>
            <a:r>
              <a:rPr lang="en-US" smtClean="0"/>
              <a:t>• Symbol '&amp;': Address-of operator.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10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Classes &amp; Objects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• Class: The blueprint (template).</a:t>
            </a:r>
          </a:p>
          <a:p>
            <a:r>
              <a:rPr lang="en-US" smtClean="0"/>
              <a:t>• Object: The instance of the class.</a:t>
            </a:r>
          </a:p>
          <a:p>
            <a:r>
              <a:rPr lang="en-US" smtClean="0"/>
              <a:t>• Access Specifiers: private, public, protected.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61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4 Pillars of OOP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1. Encapsulation</a:t>
            </a:r>
          </a:p>
          <a:p>
            <a:r>
              <a:rPr lang="en-US" smtClean="0"/>
              <a:t>2. Inheritance</a:t>
            </a:r>
          </a:p>
          <a:p>
            <a:r>
              <a:rPr lang="en-US" smtClean="0"/>
              <a:t>3. Polymorphism</a:t>
            </a:r>
          </a:p>
          <a:p>
            <a:r>
              <a:rPr lang="en-US" smtClean="0"/>
              <a:t>4. Abstraction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65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Summary &amp; Best Practices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Always manage memory and use meaningful variable names.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93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275</Words>
  <Application>Microsoft Office PowerPoint</Application>
  <PresentationFormat>Widescreen</PresentationFormat>
  <Paragraphs>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Comprehensive C++ Programming</vt:lpstr>
      <vt:lpstr>What is C++?</vt:lpstr>
      <vt:lpstr>The Anatomy of a Program</vt:lpstr>
      <vt:lpstr>Data Types &amp; Variables</vt:lpstr>
      <vt:lpstr>Operators in C++</vt:lpstr>
      <vt:lpstr>Conditional Statements</vt:lpstr>
      <vt:lpstr>Looping Mechanisms</vt:lpstr>
      <vt:lpstr>Functions &amp; Scope</vt:lpstr>
      <vt:lpstr>Memory &amp; Pointers</vt:lpstr>
      <vt:lpstr>Classes &amp; Objects</vt:lpstr>
      <vt:lpstr>The 4 Pillars of OOP</vt:lpstr>
      <vt:lpstr>Summary &amp;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Comprehensive C++ Programming</dc:title>
  <dc:creator>User</dc:creator>
  <cp:lastModifiedBy>User</cp:lastModifiedBy>
  <cp:revision>1</cp:revision>
  <dcterms:created xsi:type="dcterms:W3CDTF">2026-02-26T17:04:09Z</dcterms:created>
  <dcterms:modified xsi:type="dcterms:W3CDTF">2026-02-26T17:04:56Z</dcterms:modified>
</cp:coreProperties>
</file>