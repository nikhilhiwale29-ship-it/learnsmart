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94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JavaScript: The Language of the Web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Mastering Frontend Logic &amp; Modern ES6+ Features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912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to JavaScript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High-level, interpreted programming language.</a:t>
            </a:r>
          </a:p>
          <a:p>
            <a:r>
              <a:rPr lang="en-US" smtClean="0"/>
              <a:t>• Core technology of the World Wide Web alongside HTML and CSS.</a:t>
            </a:r>
          </a:p>
          <a:p>
            <a:r>
              <a:rPr lang="en-US" smtClean="0"/>
              <a:t>• Multi-paradigm: Functional, Imperative, and Object-Oriented.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87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How JavaScript Runs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Browsers use Engines (e.g., Chrome's V8, Firefox's SpiderMonkey).</a:t>
            </a:r>
          </a:p>
          <a:p>
            <a:r>
              <a:rPr lang="en-US" smtClean="0"/>
              <a:t>• Client-side: Runs in the user's browser.</a:t>
            </a:r>
          </a:p>
          <a:p>
            <a:r>
              <a:rPr lang="en-US" smtClean="0"/>
              <a:t>• Server-side: Runs via Node.js.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67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Syntax Basics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// This is a single line comment</a:t>
            </a:r>
          </a:p>
          <a:p>
            <a:r>
              <a:rPr lang="en-US" smtClean="0"/>
              <a:t>/* Multi-line comment */</a:t>
            </a:r>
          </a:p>
          <a:p>
            <a:r>
              <a:rPr lang="en-US" smtClean="0"/>
              <a:t>console.log('Hello World'); // Output to developer console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98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Variables &amp; Declaration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var: Old way (Function-scoped).</a:t>
            </a:r>
          </a:p>
          <a:p>
            <a:r>
              <a:rPr lang="en-US" smtClean="0"/>
              <a:t>• let: Modern way (Block-scoped, reassignable).</a:t>
            </a:r>
          </a:p>
          <a:p>
            <a:r>
              <a:rPr lang="en-US" smtClean="0"/>
              <a:t>• const: Constant (Block-scoped, cannot be reassigned).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86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JS Data Types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Primitive: String, Number, BigInt, Boolean, Undefined, Null, Symbol.</a:t>
            </a:r>
          </a:p>
          <a:p>
            <a:r>
              <a:rPr lang="en-US" smtClean="0"/>
              <a:t>• Reference: Objects, Arrays, Functions.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210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Operators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Arithmetic: +, -, *, /, ** (Power), % (Modulus).</a:t>
            </a:r>
          </a:p>
          <a:p>
            <a:r>
              <a:rPr lang="en-US" smtClean="0"/>
              <a:t>• Comparison: == (Value), === (Strict: Value + Type).</a:t>
            </a:r>
          </a:p>
          <a:p>
            <a:r>
              <a:rPr lang="en-US" smtClean="0"/>
              <a:t>• Logical: &amp;&amp; (AND), || (OR), ! (NOT).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66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Conditionals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if...else statements.</a:t>
            </a:r>
          </a:p>
          <a:p>
            <a:r>
              <a:rPr lang="en-US" smtClean="0"/>
              <a:t>• Switch statements for multiple cases.</a:t>
            </a:r>
          </a:p>
          <a:p>
            <a:r>
              <a:rPr lang="en-US" smtClean="0"/>
              <a:t>• Ternary Operator: condition ? exprIfTrue : exprIfFalse;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87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Loops &amp; Iteration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for loop: Classic iteration.</a:t>
            </a:r>
          </a:p>
          <a:p>
            <a:r>
              <a:rPr lang="en-US" smtClean="0"/>
              <a:t>• for...of: Iterating over arrays.</a:t>
            </a:r>
          </a:p>
          <a:p>
            <a:r>
              <a:rPr lang="en-US" smtClean="0"/>
              <a:t>• for...in: Iterating over object properties.</a:t>
            </a:r>
          </a:p>
          <a:p>
            <a:r>
              <a:rPr lang="en-US" smtClean="0"/>
              <a:t>• while / do...while.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07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Functions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Declaration: function name() { ... }</a:t>
            </a:r>
          </a:p>
          <a:p>
            <a:r>
              <a:rPr lang="en-US" smtClean="0"/>
              <a:t>• Arrow Functions (ES6): const name = () =&gt; { ... }</a:t>
            </a:r>
          </a:p>
          <a:p>
            <a:r>
              <a:rPr lang="en-US" smtClean="0"/>
              <a:t>• Higher-Order Functions: Functions that take functions as arguments.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286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Array Powerhouse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Arrays can hold multiple types.</a:t>
            </a:r>
          </a:p>
          <a:p>
            <a:r>
              <a:rPr lang="en-US" smtClean="0"/>
              <a:t>• Methods: .push(), .pop(), .shift(), .unshift().</a:t>
            </a:r>
          </a:p>
          <a:p>
            <a:r>
              <a:rPr lang="en-US" smtClean="0"/>
              <a:t>• Modern Methods: .map(), .filter(), .reduce().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47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Objects and JSON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Key-Value pairs: { name: 'JS', type: 'Scripting' }.</a:t>
            </a:r>
          </a:p>
          <a:p>
            <a:r>
              <a:rPr lang="en-US" smtClean="0"/>
              <a:t>• JSON: JavaScript Object Notation (Data interchange format).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4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Interacting with the Web (DOM)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document.getElementById() // Select elements.</a:t>
            </a:r>
          </a:p>
          <a:p>
            <a:r>
              <a:rPr lang="en-US" smtClean="0"/>
              <a:t>• .addEventListener() // Handle clicks/events.</a:t>
            </a:r>
          </a:p>
          <a:p>
            <a:r>
              <a:rPr lang="en-US" smtClean="0"/>
              <a:t>• .innerHTML / .style // Change content and look.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259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Async &amp; Callbacks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Promises: Pending, Fulfilled, or Rejected.</a:t>
            </a:r>
          </a:p>
          <a:p>
            <a:r>
              <a:rPr lang="en-US" smtClean="0"/>
              <a:t>• async / await: Synchronous-looking async code.</a:t>
            </a:r>
          </a:p>
          <a:p>
            <a:r>
              <a:rPr lang="en-US" smtClean="0"/>
              <a:t>• Fetch API: Getting data from servers/APIs.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54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The JavaScript Ecosystem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Popular Frameworks: React, Vue, Angular.</a:t>
            </a:r>
          </a:p>
          <a:p>
            <a:r>
              <a:rPr lang="en-US" smtClean="0"/>
              <a:t>Tools: Webpack, Babel, Vite.</a:t>
            </a:r>
          </a:p>
          <a:p>
            <a:r>
              <a:rPr lang="en-US" smtClean="0"/>
              <a:t>The future is JavaScript!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0452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460</Words>
  <Application>Microsoft Office PowerPoint</Application>
  <PresentationFormat>Widescreen</PresentationFormat>
  <Paragraphs>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Wisp</vt:lpstr>
      <vt:lpstr>JavaScript: The Language of the Web</vt:lpstr>
      <vt:lpstr>Introduction to JavaScript</vt:lpstr>
      <vt:lpstr>How JavaScript Runs</vt:lpstr>
      <vt:lpstr>Syntax Basics</vt:lpstr>
      <vt:lpstr>Variables &amp; Declaration</vt:lpstr>
      <vt:lpstr>JS Data Types</vt:lpstr>
      <vt:lpstr>Operators</vt:lpstr>
      <vt:lpstr>Conditionals</vt:lpstr>
      <vt:lpstr>Loops &amp; Iteration</vt:lpstr>
      <vt:lpstr>Functions</vt:lpstr>
      <vt:lpstr>Array Powerhouse</vt:lpstr>
      <vt:lpstr>Objects and JSON</vt:lpstr>
      <vt:lpstr>Interacting with the Web (DOM)</vt:lpstr>
      <vt:lpstr>Async &amp; Callbacks</vt:lpstr>
      <vt:lpstr>The JavaScript Ecosystem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JavaScript: The Language of the Web</dc:title>
  <dc:creator>User</dc:creator>
  <cp:lastModifiedBy>User</cp:lastModifiedBy>
  <cp:revision>1</cp:revision>
  <dcterms:created xsi:type="dcterms:W3CDTF">2026-02-26T17:08:36Z</dcterms:created>
  <dcterms:modified xsi:type="dcterms:W3CDTF">2026-02-26T17:09:02Z</dcterms:modified>
</cp:coreProperties>
</file>